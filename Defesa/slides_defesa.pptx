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o forrageamento cooperativo.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recolhas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recolhas,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recolha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recolhas.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 — medi</a:t>
            </a:r>
          </a:p>
          <a:p>
            <a:r>
              <a:t>todos os modelos arquivados; nenhuma conclusão depende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recolhas.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 se a rede ou o portátil falharem: o GIF do slide nove.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Aprendizagem por Reforço para Controlo de Enxames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9A9A9A"/>
                </a:solidFill>
                <a:latin typeface="Segoe UI"/>
              </a:rPr>
              <a:t>Aprendizagem por reforço multiagente por gradiente vs. neuroevolução com atenção sobre grafo, em oito cenários de dificuldade crescente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forrageamento cooperativo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recolher itens e entregá-los no ninho;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recolhas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recolhas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Dezoito verificadores automáticos: cada número da dissertação é conferido contra os CSV a cada commit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1788" y="1600200"/>
            <a:ext cx="3241894" cy="219456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084" y="1682496"/>
            <a:ext cx="3077302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2169" y="3977640"/>
            <a:ext cx="3541132" cy="2194560"/>
          </a:xfrm>
          <a:prstGeom prst="roundRect">
            <a:avLst>
              <a:gd name="adj" fmla="val 254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465" y="4059936"/>
            <a:ext cx="337654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Fitness inicial: recolhas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655" y="2284902"/>
            <a:ext cx="5486400" cy="2836835"/>
          </a:xfrm>
          <a:prstGeom prst="roundRect">
            <a:avLst>
              <a:gd name="adj" fmla="val 164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951" y="2367198"/>
            <a:ext cx="5321808" cy="267224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(recolhas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recolhas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Transferência sem retreino: zero recolhas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Condicionada ao orçamento: em 19 das 21 execuções o fitness ainda subia no último quinto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575" y="1600200"/>
            <a:ext cx="2194560" cy="2194560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871" y="1682496"/>
            <a:ext cx="2029968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71514" y="3977640"/>
            <a:ext cx="145668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10" y="4059936"/>
            <a:ext cx="129209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não observada mas usada; duas costuras na física das paredes (11 de 343 modelos atravessam-nas; nenhuma conclusão depende deles)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18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rec/ep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o GIF do Muro em U no slide 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