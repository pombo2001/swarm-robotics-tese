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parcial — as paredes só pelo LiDAR (8 m), nunca o mapa inteiro; os outros robôs, todos, sem limite de alcance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Na última</a:t>
            </a:r>
          </a:p>
          <a:p>
            <a:r>
              <a:t>campanha com a fitness antiga, só três de doze execuções destes cenários chegavam</a:t>
            </a:r>
          </a:p>
          <a:p>
            <a:r>
              <a:t>ao ninho; com o homing, as vinte e oito convergem. É uma comparação entre</a:t>
            </a:r>
          </a:p>
          <a:p>
            <a:r>
              <a:t>campanhas, não uma ablação — mudou também o decaimento do sigma.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E note-se: o evolutivo já treinou aqui com a novidade doseada</a:t>
            </a:r>
          </a:p>
          <a:p>
            <a:r>
              <a:t>adaptativamente, o mecanismo que deu vinte e oito em vinte e oito no Muro em U.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A observação do enxame</a:t>
            </a:r>
          </a:p>
          <a:p>
            <a:r>
              <a:t>é global: cada robô recebe todos os outros, sem alcance nem paredes — igual para</a:t>
            </a:r>
          </a:p>
          <a:p>
            <a:r>
              <a:t>os três, mas não é o que um enxame real teria.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fiabilidade, sobretudo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obstáculos só pelo LiDAR (8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Observação: LiDAR local (8 m), bússola ao ninho e a posição de todos os outros robôs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pré-registadas: hipótese, testes e regra de decisão antes dos dados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29 verificadores, 22 no hook de pre-commit: cada número da tese é recalculado dos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08015" y="1810607"/>
            <a:ext cx="6035040" cy="4151185"/>
          </a:xfrm>
          <a:prstGeom prst="roundRect">
            <a:avLst>
              <a:gd name="adj" fmla="val 1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qi1_cheg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311" y="1892903"/>
            <a:ext cx="5870448" cy="398659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8764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3338" y="1600200"/>
            <a:ext cx="5827274" cy="4572000"/>
          </a:xfrm>
          <a:prstGeom prst="roundRect">
            <a:avLst>
              <a:gd name="adj" fmla="val 154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b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5634" y="1682496"/>
            <a:ext cx="5662682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3 em 12 execuções que chegavam ao ninho para 28 em 28 a 100 % de sucesso.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EXECUÇÕES DO GNN QUE CHEGAM AO NINHO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antes: treino de 28 jun, sem avaliação determinística · Muro em U com homing: 3/7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— nenhum agente é insubstituível</a:t>
            </a:r>
          </a:p>
          <a:p>
            <a:pPr algn="l" marL="269875" indent="-269875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	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08015" y="1859362"/>
            <a:ext cx="6035040" cy="4053676"/>
          </a:xfrm>
          <a:prstGeom prst="roundRect">
            <a:avLst>
              <a:gd name="adj" fmla="val 1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_robuste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0311" y="1941658"/>
            <a:ext cx="5870448" cy="388908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 marL="238125" indent="-238125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sobretudo a fiabilidade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2: a mesma arquitetura por gradiente)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Perceção do enxame global: cada robô vê todos os outros, sem alcance nem oclusão (igual nos três; local é só o LiDAR)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Física: altitude usada mas não observada; costuras nas paredes — 3 de 70 modelos da campanha final, sem ficarem melhores (55,7 vs 60,3)</a:t>
            </a:r>
          </a:p>
          <a:p>
            <a:pPr algn="l" marL="238125" indent="-238125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	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com o homing terminal no potencial geodésico, os quatro cenários de gargalo passam de 3/12 execuções com chegadas a 28/28 a 100 %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29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sobretudo a fiabilidade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 marL="254000" indent="-254000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29 verificadores automáticos; 22 correm no hook de pre-commit e recusam o commit se um número da tese deixar de bater com o CSV que o produziu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 marL="254000" indent="-254000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	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