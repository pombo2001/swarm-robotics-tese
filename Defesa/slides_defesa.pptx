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Multiagente e Neuroevolução no Controlo de Enxames de Robôs: Desempenho,</a:t>
            </a:r>
          </a:p>
          <a:p>
            <a:r>
              <a:t>Escalabilidade e Robustez»: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local e parcial — cada robô só vê à sua volta e em relação a si (egocêntrica), nunca o mapa inteiro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num modelo da campanha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 — como em cinco das sete execuções do SAC.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F5F5"/>
                </a:solidFill>
                <a:latin typeface="Segoe UI Semibold"/>
              </a:rPr>
              <a:t>Aprendizagem por Reforço Multiagente e Neuroevolução no Controlo de Enxames de Robôs: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Segoe UI"/>
              </a:rPr>
              <a:t>Desempenho, Escalabilidade e Robustez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2 940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5849" y="1600200"/>
            <a:ext cx="3353771" cy="219456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45" y="1682496"/>
            <a:ext cx="3189179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1858" y="3977640"/>
            <a:ext cx="3721753" cy="219456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4" y="4059936"/>
            <a:ext cx="3557161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TAXA DE SUCESSO DO GNN EVOLUTIVO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Muro em U, com o mesmo homing: 3/7 — bimodal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(1 680 episódios) — e o mapa é resolúvel: um navegador geodésico sem aprendizagem faz 53,0 chegadas/ep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a fiabilidade, não a magnitude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chegadas/ep).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1 680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a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2 940 episódios de avaliação. Projeto inteiro: 28 sessões e 2 078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um modelo da campanha por algoritmo,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este SAC, como 5 das suas 7 execuções,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1 043 dos 2 286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