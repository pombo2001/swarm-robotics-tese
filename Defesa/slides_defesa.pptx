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Multiagente e Neuroevolução no Controlo de Enxames de Robôs: Desempenho,</a:t>
            </a:r>
          </a:p>
          <a:p>
            <a:r>
              <a:t>Escalabilidade e Robustez»: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parcial — as paredes só pelo LiDAR (8 m), nunca o mapa inteiro; os outros robôs, todos, sem limite de alcance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Na última</a:t>
            </a:r>
          </a:p>
          <a:p>
            <a:r>
              <a:t>campanha com a fitness antiga, só três de doze execuções destes cenários chegavam</a:t>
            </a:r>
          </a:p>
          <a:p>
            <a:r>
              <a:t>ao ninho; com o homing, as vinte e oito convergem. É uma comparação entre</a:t>
            </a:r>
          </a:p>
          <a:p>
            <a:r>
              <a:t>campanhas, não uma ablação — mudou também o decaimento do sigma.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fiabilidade, sobretudo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num modelo da campanha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 — como em cinco das sete execuções do SAC.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5F5F5"/>
                </a:solidFill>
                <a:latin typeface="Segoe UI Semibold"/>
              </a:rPr>
              <a:t>Aprendizagem por Reforço Multiagente e Neuroevolução no Controlo de Enxames de Robôs: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Segoe UI"/>
              </a:rPr>
              <a:t>Desempenho, Escalabilidade e Robustez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obstáculos só pelo LiDAR (8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Observação: LiDAR local (8 m), bússola ao ninho e a posição de todos os outros robôs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2 940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3 em 12 execuções que chegavam ao ninho para 28 em 28 a 100 % de sucesso.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EXECUÇÕES DO GNN QUE CHEGAM AO NINHO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0/3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1/3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7/7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antes: treino de 28 jun, sem avaliação determinística · Muro em U com homing: 3/7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(1 680 episódios) — e o mapa é resolúvel: um navegador geodésico sem aprendizagem faz 53,0 chegadas/ep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sobretudo a fiabilidade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2: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chegadas/ep).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com o homing terminal no potencial geodésico, os quatro cenários de gargalo passam de 3/12 execuções com chegadas a 28/28 a 100 %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sobretudo a fiabilidade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Multiagente e Neuroevolução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1 680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a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2 940 episódios de avaliação. Projeto inteiro: 28 sessões e 2 078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um modelo da campanha por algoritmo,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este SAC, como 5 das suas 7 execuções,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1 043 dos 2 286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